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MARQUES  ·  2026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20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3000" dirty="0"/>
          </a:p>
        </p:txBody>
      </p:sp>
      <p:sp>
        <p:nvSpPr>
          <p:cNvPr id="4" name="Text 2"/>
          <p:cNvSpPr/>
          <p:nvPr/>
        </p:nvSpPr>
        <p:spPr>
          <a:xfrm>
            <a:off x="457200" y="35204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de valeur grandeur réelle, pour les pièces qu’on n’a pas encore vues.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4206240"/>
            <a:ext cx="146304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Brand-direct  ·  sealed-bid  ·  une révélation, jeudi 18h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549640" y="502920"/>
            <a:ext cx="73152" cy="73152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VRAI PROBLÈME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lancez une pièce inédite.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6276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quel prix la vendre ?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4 500 €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part en 3 minutes.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laissez 30 à 50 % sur la table.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29184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6 000 €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9184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part en 6 mois.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Trésorerie diluée, narrative perdue.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80760" y="28803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À 7 500 €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08076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ne part.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80760" y="3749040"/>
            <a:ext cx="2697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drop existe, sans demande.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Aucun calcul ne donne ce nombre. Il vit dans la tête des collectionneurs.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DROP NO. RÉSOUT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ne décidez plus le prix.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marché vous le révèle.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FIXEZ UN PLANCHER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minimum sous lequel vous ne vendez pas.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6032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MARCHÉ MISE EN AVEUGLE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56032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Offres scellées, modifiables, sur 5 jours.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SE RÉVÈLE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Jeudi 18h. La N-ième offre devient le prix unitaire.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7665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766560" y="329184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VOUS APPRENEZ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3657600"/>
            <a:ext cx="20116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clearing price, la profondeur de demande, le profil acheteur.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APPRENEZ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données qu’aucune étude ne vous donnera.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280160" y="19933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prix de marché vrai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230428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les N collectionneurs les plus motivés sont prêts à payer aujourd’hui. Pas une moyenne, pas un sondage. Un chiffre.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280160" y="286207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profondeur de demande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280160" y="31729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d’offres reçues au total, leur distribution, l’écart entre la première et la N-ième. Indicateur direct pour les prochaines références.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657600"/>
            <a:ext cx="731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1280160" y="373075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profil acheteur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80160" y="40416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Combien de collectionneurs ont KYC’d et bidé. Données enrichies (pays, segments, fidélité) sans coût d’acquisition pour vous.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5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№ 001  ·  MAISON LÉVRIER  ·  RÉFÉRENCE TYPE 01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B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attendiez 4 500 €.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229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0" i="1" spc="-20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6 240 €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marché a dit, en 5 jours.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416052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+ 1 740 € par pièce  ·  + 13 920 € sur l’édition  ·  + 38,7 %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9B9B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TEST SANS LE RISQUE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garde-fous, pour tester sans casser.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965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prix plancher est le vôtre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457200" y="23042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la demande est en dessous, le drop est annulé. Aucune vente sous votre seuil. Aucune perte d’image.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74320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834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annulé, zéro frais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31729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fee si rien ne part. Drop No. ne gagne que si vous gagnez. Notre intérêt est aligné sur le vôtre.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61188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Vous gardez la maîtrise du calendrier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457200" y="40416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d’ouverture, durée, communication. Une révélation par drop, jamais en parallèle avec votre boutique propre.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DROP, DE A À Z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contrat à la révélation, en six étapes.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J-30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54480" y="187452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Contrat-cadre  +  brief produit  +  onboarding marque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76856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295144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J-14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54480" y="2295144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pièce, photographie, storytelling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1576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J-7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271576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Annonce dans la newsletter (~5 000 abonnés ciblés)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118104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136392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 0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54480" y="3136392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Ouverture du drop  ·  jeudi 9h CET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57016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J+5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557016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Révélation  ·  jeudi 18h CET  ·  capture paiements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59352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77640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J+19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554480" y="3977640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à la marque (après fenêtre rétractation 14j)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972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0" i="1" spc="-100" kern="0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12 %  +  5 €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pièce effectivement vendue.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342900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566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  ·  AUCUN FRAIS ADDITIONNEL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acheteurs · Stripe Identity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Paiement · pré-auth, capture, remboursements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44805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Logistique premium · DHL Express ou Malca-Amit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17720" y="38404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client · Crisp chat + email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1772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newsletter, PR, réseaux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</a:t>
            </a:r>
            <a:endParaRPr lang="en-US" sz="9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0"/>
          </a:xfrm>
          <a:prstGeom prst="line">
            <a:avLst/>
          </a:prstGeom>
          <a:noFill/>
          <a:ln w="9525">
            <a:solidFill>
              <a:srgbClr val="D6D2C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 les pièces qu’on n’a pas encore vues.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références émergentes, les éditions limitées, les premières sorties. Quand le marché ne sait pas encore quoi en penser.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IDÉAL POUR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4023360" cy="0"/>
          </a:xfrm>
          <a:prstGeom prst="line">
            <a:avLst/>
          </a:prstGeom>
          <a:noFill/>
          <a:ln w="9525">
            <a:solidFill>
              <a:srgbClr val="C9A9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Nouvelles références indé, jamais commercialisées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355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Prototypes prêts à industrialiser, à valider en demande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39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Éditions anniversaire, capsules, collaborations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23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Productions ≤ 50 pièces, prix unitaire ≥ 3 000 €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SCOPE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2788920"/>
            <a:ext cx="402336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971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 récurrent à prix déjà établi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63440" y="335584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sous 3 000 € (économie de la livraison tendue)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63440" y="37398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secondaire de revente (brand-direct only)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63440" y="412394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Catégories non-horlogères (bijoux et art en v2)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21040" y="480060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B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№ 09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PROCHAINS DROPS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i="1" spc="-100" kern="0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Slots ouverts Q3 et Q4 2026.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drop par semaine. Trente par an. Sélection sur dossier.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9525">
            <a:solidFill>
              <a:srgbClr val="3A3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B9B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DISCUTER D’UN DROP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3657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i="1" dirty="0">
                <a:solidFill>
                  <a:srgbClr val="C9A9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raph@dropno.eu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de démo 30 minutes. Onboarding en deux semaines. Premier drop test sous 30 jours.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800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A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№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Drop No. — Présentation marques</dc:title>
  <dc:subject>PptxGenJS Presentation</dc:subject>
  <dc:creator>Drop No.</dc:creator>
  <cp:lastModifiedBy>Drop No.</cp:lastModifiedBy>
  <cp:revision>1</cp:revision>
  <dcterms:created xsi:type="dcterms:W3CDTF">2026-06-04T18:05:06Z</dcterms:created>
  <dcterms:modified xsi:type="dcterms:W3CDTF">2026-06-04T18:05:06Z</dcterms:modified>
</cp:coreProperties>
</file>