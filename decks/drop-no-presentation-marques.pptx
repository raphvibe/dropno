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MARQUES  ·  2026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i="1" spc="-200" kern="0" dirty="0">
                <a:solidFill>
                  <a:srgbClr val="FA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3000" dirty="0"/>
          </a:p>
        </p:txBody>
      </p:sp>
      <p:sp>
        <p:nvSpPr>
          <p:cNvPr id="4" name="Text 2"/>
          <p:cNvSpPr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de valeur grandeur réelle, pour les pièces qu’on n’a pas encore vues.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4206240"/>
            <a:ext cx="146304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Brand-direct  ·  sealed-bid  ·  une révélation, jeudi 18h CET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549640" y="502920"/>
            <a:ext cx="73152" cy="73152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VRAI PROBLÈME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Vous lancez une pièce inédite.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quel prix la vendre 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4 500 €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part en 3 minutes.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7490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laissez 30 à 50 % sur la table.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6 000 €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29184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part en 6 mois.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91840" y="37490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diluée, narrative perdue.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80760" y="288036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À 7 500 €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080760" y="3337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Rien ne part.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80760" y="374904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drop existe, sans demande.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Aucun calcul ne donne ce nombre. Il vit dans la tête des collectionneurs.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DROP NO. RÉSOUT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Vous ne décidez plus le prix.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marché vous le révèle.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FIXEZ UN PLANCHER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3657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minimum sous lequel vous ne vendez pas.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6032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6032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MISE EN AVEUGLE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60320" y="3657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Offres scellées, modifiables, sur 5 jours.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SE RÉVÈLE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3657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Jeudi 18h. La N-ième offre devient le prix unitaire.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766560" y="2834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766560" y="3291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APPRENEZ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0" y="3657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clearing price, la profondeur de demande, le profil acheteur.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PARCOURS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premier appel au paiement, sept étapes.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semaines pour préparer, cinq jours pour vendre, deux semaines pour encaisser.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45029" y="3017520"/>
            <a:ext cx="7053943" cy="0"/>
          </a:xfrm>
          <a:prstGeom prst="line">
            <a:avLst/>
          </a:prstGeom>
          <a:noFill/>
          <a:ln w="12700">
            <a:solidFill>
              <a:srgbClr val="D6D2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1021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- 30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appel, exploration.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6678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32857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- 21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632857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32857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Onboarding, KYC entreprise.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2335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08514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- 14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08514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08514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Pièce, plancher, exemplaires.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07992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84171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- 7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984171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984171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story, packaging.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683649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9829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59829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Ouverture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59829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Jeudi 9h, drop public.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859306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5486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+ 5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335486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35486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Jeudi 18h, clearing price.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034963" y="295351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11143" y="2240280"/>
            <a:ext cx="117565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+ 19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511143" y="3200400"/>
            <a:ext cx="11756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511143" y="3611880"/>
            <a:ext cx="11756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rétractation 14j.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Livraison concierge entre J + 5 et J + 10, vous expédiez à Drop No., nous coordonnons la remise finale.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PARCOURS COLLECTIONNEUR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 clic à la pièce livrée, huit étapes.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collectionneur que vous touchez : KYC validé, carte vérifiée, profil horloger.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971550" y="3108960"/>
            <a:ext cx="7200900" cy="0"/>
          </a:xfrm>
          <a:prstGeom prst="line">
            <a:avLst/>
          </a:prstGeom>
          <a:noFill/>
          <a:ln w="12700">
            <a:solidFill>
              <a:srgbClr val="D6D2C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75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Découverte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Newsletter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362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59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Inscription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59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+ KYC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649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Suivi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5146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Veille du drop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936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433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433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offre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23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jours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510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007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+ 5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007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Révélation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0797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+ 5 → 10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294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Livraison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08442" y="3044952"/>
            <a:ext cx="128016" cy="128016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58100" y="2331720"/>
            <a:ext cx="10287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 + 14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658100" y="3291840"/>
            <a:ext cx="1028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Rétractation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&amp; EXEMPLAIRES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Chaque pièce numérotée, chaque livraison assurée.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PIÈCE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4023360" cy="0"/>
          </a:xfrm>
          <a:prstGeom prst="line">
            <a:avLst/>
          </a:prstGeom>
          <a:noFill/>
          <a:ln w="9525">
            <a:solidFill>
              <a:srgbClr val="C9A9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Numérotation 1 / 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243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Gravée sur la masse oscillante et le fond, visible à travers le saphir.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 signé maison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d’authenticité émis et signé par votre atelier, livré avec la pièce.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d’origine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7880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coffret habituel, dossier d’histoire imprimé, étui de transport renforcé.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18288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LIVRAISON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0"/>
          </a:xfrm>
          <a:prstGeom prst="line">
            <a:avLst/>
          </a:prstGeom>
          <a:noFill/>
          <a:ln w="9525">
            <a:solidFill>
              <a:srgbClr val="0A0A0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DHL Express assuré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26243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pièces entre 3 000 et 10 000 €. Livraison 48-72h, assurance valeur pleine, tracking temps réel.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main propre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349300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les pièces au-dessus de 10 000 €. Malca-Amit ou Brinks, remise contre signature.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3440" y="4069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Fenêtre 5 à 10 jours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43616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compter de la révélation. Vous expédiez à Drop No., nous coordonnons la livraison finale.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APPRENEZ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données qu’aucune étude ne vous donnera.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280160" y="199339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de marché vrai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230428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les N collectionneurs les plus motivés sont prêts à payer aujourd’hui. Pas une moyenne, pas un sondage. Un chiffre.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78892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280160" y="28620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profondeur de demande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80160" y="317296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d’offres reçues au total, leur distribution, l’écart entre la première et la N-ième. Indicateur direct pour les prochaines références.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61188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65760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280160" y="373075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profil acheteur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404164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collectionneurs ont KYC validé et bidé. Données enrichies (pays, segments, fidélité) sans coût d’acquisition pour vous.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0" kern="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№ 001  ·  MAISON LÉVRIER  ·  RÉFÉRENCE TYPE 01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B9B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Vous attendiez 4 500 €.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i="1" spc="-200" kern="0" dirty="0">
                <a:solidFill>
                  <a:srgbClr val="FA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6 240 €</a:t>
            </a:r>
            <a:endParaRPr lang="en-US" sz="130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 marché a dit, en 5 jours.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+ 1 740 € par pièce  ·  + 13 920 € sur l’édition  ·  + 38,7 %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49640" y="502920"/>
            <a:ext cx="73152" cy="73152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A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9B9B9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TEST SANS LE RISQUE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garde-fous, pour tester sans casser.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prix plancher est le vôtre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57200" y="23042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demande est en dessous, le drop est annulé. Aucune vente sous votre seuil. Aucune perte d’image.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annulé, zéro frais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31729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fee si rien ne part. Drop No. ne gagne que si vous gagnez. Notre intérêt est aligné sur le vôtre.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Vous gardez la maîtrise du calendrier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57200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d’ouverture, durée, communication. Une révélation par drop, jamais en parallèle avec votre boutique propre.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TARIFICATION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i="1" spc="-100" kern="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12 %  +  5 €</a:t>
            </a:r>
            <a:endParaRPr lang="en-US" sz="90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 pièce vendue, jusqu’à 10 000 €.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10 000 €, tarif sur mesure (logistique concierge incluse).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657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  ·  AUCUN FRAIS ADDITIONNEL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91363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acheteurs · Stripe Identity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41696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· pré-auth, capture, remboursements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42569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 premium · DHL Express ou Malca-Amit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391363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client · Crisp chat + email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17720" y="416966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· newsletter, PR, réseaux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9525">
            <a:solidFill>
              <a:srgbClr val="D6D2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Pour les pièces qu’on n’a pas encore vues.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références émergentes, les éditions limitées, les premières sorties. Quand le marché ne sait pas encore quoi en penser.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A9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IDÉAL POUR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4023360" cy="0"/>
          </a:xfrm>
          <a:prstGeom prst="line">
            <a:avLst/>
          </a:prstGeom>
          <a:noFill/>
          <a:ln w="9525">
            <a:solidFill>
              <a:srgbClr val="C9A9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71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Nouvelles références indé, jamais commercialisées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355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Prototypes prêts à industrialiser, à valider en demande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739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Éditions anniversaire, capsules, collaborations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123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Productions ≤ 50 pièces, prix unitaire ≥ 3 000 €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63440" y="2468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 SCOPE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63440" y="2788920"/>
            <a:ext cx="402336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2971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récurrent à prix déjà établi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33558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sous 3 000 € (économie de la livraison tendue)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0" y="373989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secondaire de revente (brand-direct only)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4123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non-horlogères (bijoux et art en v2)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104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№ 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PROCHAINS DROPS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i="1" spc="-100" kern="0" dirty="0">
                <a:solidFill>
                  <a:srgbClr val="FA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Slots ouverts Q3 et Q4 2026.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 par semaine. Trente par an. Sélection sur dossier.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0"/>
          </a:xfrm>
          <a:prstGeom prst="line">
            <a:avLst/>
          </a:prstGeom>
          <a:noFill/>
          <a:ln w="9525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B9B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DISCUTER D’UN DROP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i="1" dirty="0">
                <a:solidFill>
                  <a:srgbClr val="C9A9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raph@dropno.eu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EF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de démo 30 minutes. Onboarding en deux semaines. Premier drop test sous 30 jours.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49640" y="502920"/>
            <a:ext cx="73152" cy="73152"/>
          </a:xfrm>
          <a:prstGeom prst="ellipse">
            <a:avLst/>
          </a:prstGeom>
          <a:solidFill>
            <a:srgbClr val="C9A96E"/>
          </a:solidFill>
          <a:ln w="12700">
            <a:solidFill>
              <a:srgbClr val="C9A9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A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 №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Drop No. — Présentation marques</dc:title>
  <dc:subject>PptxGenJS Presentation</dc:subject>
  <dc:creator>Drop No.</dc:creator>
  <cp:lastModifiedBy>Drop No.</cp:lastModifiedBy>
  <cp:revision>1</cp:revision>
  <dcterms:created xsi:type="dcterms:W3CDTF">2026-06-08T12:33:19Z</dcterms:created>
  <dcterms:modified xsi:type="dcterms:W3CDTF">2026-06-08T12:33:19Z</dcterms:modified>
</cp:coreProperties>
</file>