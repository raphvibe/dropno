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MARQUES  · 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2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de valeur grandeur réelle, pour les pièces qu’on n’a pas encore vues.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1463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Brand-direct  ·  sealed-bid  ·  une révélation, jeudi 18h CET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PROBLÈME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lancez une pièce inédite.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quel prix la vendre 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4 500 €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part en 3 minutes.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laissez 30 à 50 % sur la table.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6 000 €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part en 6 mois.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diluée, narrative perdue.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7 500 €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part.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drop existe, sans demande.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calcul ne donne ce nombre. Il vit dans la tête des collectionneurs.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DROP NO. RÉSOUT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ne décidez plus le prix.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marché vous le révèle.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FIXEZ UN PLANCHER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minimum sous lequel vous ne vendez pas.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AVEUGLE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scellées, modifiables, sur 5 jours.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SE RÉVÈLE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18h. La N-ième offre devient le prix unitaire.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APPRENEZ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clearing price, la profondeur de demande, le profil acheteur.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PARCOURS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premier appel au paiement, sept étapes.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semaines pour préparer, cinq jours pour vendre, deux semaines pour encaisser.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5029" y="3017520"/>
            <a:ext cx="7053943" cy="0"/>
          </a:xfrm>
          <a:prstGeom prst="line">
            <a:avLst/>
          </a:prstGeom>
          <a:noFill/>
          <a:ln w="12700">
            <a:solidFill>
              <a:srgbClr val="D6D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1021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- 30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appel, exploration.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56678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32857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- 21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32857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32857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KYC entreprise.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2335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8514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- 14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08514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08514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Pièce, plancher, exemplaires.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07992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4171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- 7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84171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84171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story, packaging.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83649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9829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59829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59829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9h, drop public.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9306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5486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+ 5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35486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5486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18h, clearing price.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34963" y="295351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1143" y="2240280"/>
            <a:ext cx="11756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+ 19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11143" y="3200400"/>
            <a:ext cx="11756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11143" y="3611880"/>
            <a:ext cx="1175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rétractation 14j.</a:t>
            </a:r>
            <a:endParaRPr lang="en-US" sz="900" dirty="0"/>
          </a:p>
        </p:txBody>
      </p:sp>
      <p:sp>
        <p:nvSpPr>
          <p:cNvPr id="50" name="Shape 50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Livraison concierge entre J + 5 et J + 10, vous expédiez à Drop No., nous coordonnons la remise finale.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COLLECTIONNEUR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clic à la pièce livrée, huit étapes.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collectionneur que vous touchez : KYC validé, carte vérifiée, profil horloger.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71550" y="3108960"/>
            <a:ext cx="7200900" cy="0"/>
          </a:xfrm>
          <a:prstGeom prst="line">
            <a:avLst/>
          </a:prstGeom>
          <a:noFill/>
          <a:ln w="12700">
            <a:solidFill>
              <a:srgbClr val="D6D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5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Découverte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362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59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59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+ KYC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649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du drop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936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33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433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offre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23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jours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510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07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+ 5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007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797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+ 5 →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8442" y="304495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8100" y="2331720"/>
            <a:ext cx="1028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+ 14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58100" y="329184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Rétractation</a:t>
            </a:r>
            <a:endParaRPr lang="en-US" sz="1100" dirty="0"/>
          </a:p>
        </p:txBody>
      </p:sp>
      <p:sp>
        <p:nvSpPr>
          <p:cNvPr id="40" name="Shape 40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400" i="1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guerre d’enchères : une décision posée à froid, ajustable jusqu’à la dernière heure.</a:t>
            </a:r>
            <a:endParaRPr lang="fr-FR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&amp; EXEMPLAIRES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pièce numérotée, chaque livraison assurée.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PIÈCE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0"/>
          </a:xfrm>
          <a:prstGeom prst="line">
            <a:avLst/>
          </a:prstGeom>
          <a:noFill/>
          <a:ln w="9525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1 / 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Gravée sur la masse oscillante et le fond, visible à travers le saphir.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signé maison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d’authenticité émis et signé par votre atelier, livré avec la pièce.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d’origine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coffret habituel, dossier d’histoire imprimé, étui de transport renforcé.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LIVRAISON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0"/>
          </a:xfrm>
          <a:prstGeom prst="line">
            <a:avLst/>
          </a:prstGeom>
          <a:noFill/>
          <a:ln w="9525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 Express assuré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6243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pièces entre 3 000 et 10 000 €. Livraison 48-72h, assurance valeur pleine, tracking temps réel.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main propre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4930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pièces au-dessus de 10 000 €. Malca-Amit ou Brinks, remise contre signature.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5 à 10 jours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3616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compter de la révélation. Vous expédiez à Drop No., nous coordonnons la livraison finale.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APPRENEZ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données qu’aucune étude ne vous donnera.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9933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de marché vrai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3042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N collectionneurs les plus motivés sont prêts à payer aujourd’hui. Pas une moyenne, pas un sondage. Un chiffre.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28620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profondeur de demande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172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d’offres reçues au total, leur distribution, l’écart entre la première et la N-ième. Indicateur direct pour les prochaines références.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37307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acheteur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041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collectionneurs ont KYC validé et bidé. Données enrichies (pays, segments, fidélité) sans coût d’acquisition pour vous.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№ 001  ·  MAISON LÉVRIER  ·  RÉFÉRENCE TYPE 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attendiez 4 500 €.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2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6 240 €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marché a dit, en 5 jours.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+ 1 740 € par pièce  ·  + 13 920 € sur l’édition  ·  + 38,7 %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SANS LE RISQUE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garde-fous, pour tester sans casser.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prix plancher est le vôtre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demande est en dessous, le drop est annulé. Aucune vente sous votre seuil. Aucune perte d’image.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annulé, zéro frais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172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fee si rien ne part. Drop No. ne gagne que si vous gagnez. Notre intérêt est aligné sur le vôtre.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gardez la maîtrise du calendrier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d’ouverture, durée, communication. Une révélation par drop, jamais en parallèle avec votre boutique propre.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i="1" spc="-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12 %  +  5 €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pièce vendue, jusqu’à 10 000 €.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10 000 €, tarif sur mesure (logistique concierge incluse).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 ·  AUCUN FRAIS ADDITIONNEL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acheteurs · Stripe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69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· pré-auth, capture, remboursements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25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premium · DHL Express ou Malca-Amit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 · Crisp chat + 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4169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newsletter, PR, réseaux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pièces qu’on n’a pas encore vues.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émergentes, les éditions limitées, les premières sorties. Quand le marché ne sait pas encore quoi en penser.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023360" cy="0"/>
          </a:xfrm>
          <a:prstGeom prst="line">
            <a:avLst/>
          </a:prstGeom>
          <a:noFill/>
          <a:ln w="9525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références indé, jamais commercialisées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prêts à industrialiser, à valider en demande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 anniversaire, capsules, collaborations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23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 ≤ 50 pièces, prix unitaire ≥ 3 000 €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02336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récurrent à prix déjà établi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sous 3 000 € (économie de la livraison tendue)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secondaire de revente (brand-direct only)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23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non-horlogères (bijoux et art en v2)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PROCHAINS DROPS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spc="-1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Slots ouverts Q3 et Q4 2026.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drop par semaine. Trente par an. Sélection sur dossier.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DISCUTER D’UN DROP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raph@dropno.eu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 démo 30 minutes. Onboarding en deux semaines. Premier drop test sous 30 jours.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60" name="Text 6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14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900" spc="5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 ·  EN LIGNE</a:t>
            </a:r>
            <a:endParaRPr lang="fr-FR" sz="900" dirty="0"/>
          </a:p>
        </p:txBody>
      </p:sp>
      <p:sp>
        <p:nvSpPr>
          <p:cNvPr id="3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3000" i="1" spc="-5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page drop.</a:t>
            </a:r>
            <a:endParaRPr lang="fr-FR" sz="3000" dirty="0"/>
          </a:p>
        </p:txBody>
      </p:sp>
      <p:sp>
        <p:nvSpPr>
          <p:cNvPr id="5" name="Text 5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15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collectionneur, du premier jour à la dernière heure avant la révélation.</a:t>
            </a:r>
            <a:endParaRPr lang="fr-FR" sz="1150" dirty="0"/>
          </a:p>
        </p:txBody>
      </p:sp>
      <p:sp>
        <p:nvSpPr>
          <p:cNvPr id="6" name="Text 6"/>
          <p:cNvSpPr/>
          <p:nvPr/>
        </p:nvSpPr>
        <p:spPr>
          <a:xfrm>
            <a:off x="457200" y="2240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REBOURS</a:t>
            </a:r>
            <a:endParaRPr lang="fr-FR" sz="950" dirty="0"/>
          </a:p>
        </p:txBody>
      </p:sp>
      <p:sp>
        <p:nvSpPr>
          <p:cNvPr id="7" name="Text 7"/>
          <p:cNvSpPr/>
          <p:nvPr/>
        </p:nvSpPr>
        <p:spPr>
          <a:xfrm>
            <a:off x="45720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sz="1050" kern="0" dirty="0">
                <a:solidFill>
                  <a:srgbClr val="D6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datée et publique, identique pour tous. Aucune prolongation, aucune surenchère.</a:t>
            </a:r>
            <a:endParaRPr lang="fr-FR" sz="1050" dirty="0"/>
          </a:p>
        </p:txBody>
      </p:sp>
      <p:sp>
        <p:nvSpPr>
          <p:cNvPr id="8" name="Text 8"/>
          <p:cNvSpPr/>
          <p:nvPr/>
        </p:nvSpPr>
        <p:spPr>
          <a:xfrm>
            <a:off x="457200" y="3109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SCELLÉE</a:t>
            </a:r>
            <a:endParaRPr lang="fr-FR" sz="950" dirty="0"/>
          </a:p>
        </p:txBody>
      </p:sp>
      <p:sp>
        <p:nvSpPr>
          <p:cNvPr id="9" name="Text 9"/>
          <p:cNvSpPr/>
          <p:nvPr/>
        </p:nvSpPr>
        <p:spPr>
          <a:xfrm>
            <a:off x="457200" y="3383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sz="1050" kern="0" dirty="0">
                <a:solidFill>
                  <a:srgbClr val="D6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offre reste cachée jusqu’à la révélation, modifiable jusqu’à une heure avant la clôture.</a:t>
            </a:r>
            <a:endParaRPr lang="fr-FR" sz="1050" dirty="0"/>
          </a:p>
        </p:txBody>
      </p:sp>
      <p:sp>
        <p:nvSpPr>
          <p:cNvPr id="10" name="Text 10"/>
          <p:cNvSpPr/>
          <p:nvPr/>
        </p:nvSpPr>
        <p:spPr>
          <a:xfrm>
            <a:off x="457200" y="3978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CONDITIONS, AFFICHÉES</a:t>
            </a:r>
            <a:endParaRPr lang="fr-FR" sz="950" dirty="0"/>
          </a:p>
        </p:txBody>
      </p:sp>
      <p:sp>
        <p:nvSpPr>
          <p:cNvPr id="11" name="Text 11"/>
          <p:cNvSpPr/>
          <p:nvPr/>
        </p:nvSpPr>
        <p:spPr>
          <a:xfrm>
            <a:off x="457200" y="4252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sz="1050" kern="0" dirty="0">
                <a:solidFill>
                  <a:srgbClr val="D6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Plancher, exemplaires, livraison assurée, rétractation 14 jours. Le cadre est posé.</a:t>
            </a:r>
            <a:endParaRPr lang="fr-FR" sz="1050" dirty="0"/>
          </a:p>
        </p:txBody>
      </p:sp>
      <p:pic>
        <p:nvPicPr>
          <p:cNvPr id="12" name="Capture page drop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3657600" cy="3615907"/>
          </a:xfrm>
          <a:prstGeom prst="rect">
            <a:avLst/>
          </a:prstGeom>
          <a:ln w="9525">
            <a:solidFill>
              <a:srgbClr val="3A3A3A"/>
            </a:solidFill>
          </a:ln>
        </p:spPr>
      </p:pic>
      <p:sp>
        <p:nvSpPr>
          <p:cNvPr id="13" name="Text 13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100" i="1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fr-FR" sz="1100" dirty="0"/>
          </a:p>
        </p:txBody>
      </p:sp>
      <p:sp>
        <p:nvSpPr>
          <p:cNvPr id="14" name="Text 14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i="1" kern="0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12 / 14</a:t>
            </a:r>
            <a:endParaRPr lang="fr-F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900" spc="5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 ·  APRÈS LA RÉVÉLATION</a:t>
            </a:r>
            <a:endParaRPr lang="fr-FR" sz="900" dirty="0"/>
          </a:p>
        </p:txBody>
      </p:sp>
      <p:sp>
        <p:nvSpPr>
          <p:cNvPr id="3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3000" i="1" spc="-5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résultat, public et daté.</a:t>
            </a:r>
            <a:endParaRPr lang="fr-FR" sz="3000" dirty="0"/>
          </a:p>
        </p:txBody>
      </p:sp>
      <p:sp>
        <p:nvSpPr>
          <p:cNvPr id="5" name="Text 5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15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révélation, le prix unitaire s’affiche sur la page du drop. Chaque drop archivé devient la preuve du suivant.</a:t>
            </a:r>
            <a:endParaRPr lang="fr-FR" sz="1150" dirty="0"/>
          </a:p>
        </p:txBody>
      </p:sp>
      <p:pic>
        <p:nvPicPr>
          <p:cNvPr id="6" name="Capture revela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8229600" cy="2611369"/>
          </a:xfrm>
          <a:prstGeom prst="rect">
            <a:avLst/>
          </a:prstGeom>
          <a:ln w="9525">
            <a:solidFill>
              <a:srgbClr val="3A3A3A"/>
            </a:solidFill>
          </a:ln>
        </p:spPr>
      </p:pic>
      <p:sp>
        <p:nvSpPr>
          <p:cNvPr id="8" name="Text 8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100" i="1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fr-FR" sz="1100" dirty="0"/>
          </a:p>
        </p:txBody>
      </p:sp>
      <p:sp>
        <p:nvSpPr>
          <p:cNvPr id="9" name="Text 9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i="1" kern="0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13 / 14</a:t>
            </a:r>
            <a:endParaRPr lang="fr-F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 No. — Présentation marques</dc:title>
  <dc:subject>PptxGenJS Presentation</dc:subject>
  <dc:creator>Drop No.</dc:creator>
  <cp:lastModifiedBy>Drop No.</cp:lastModifiedBy>
  <cp:revision>1</cp:revision>
  <dcterms:created xsi:type="dcterms:W3CDTF">2026-06-08T12:33:19Z</dcterms:created>
  <dcterms:modified xsi:type="dcterms:W3CDTF">2026-06-08T12:33:19Z</dcterms:modified>
</cp:coreProperties>
</file>